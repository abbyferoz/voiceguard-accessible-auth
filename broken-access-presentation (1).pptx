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General-text comprehensibility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General text (avg. by platform)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JAWS</c:v>
                  </c:pt>
                  <c:pt idx="1">
                    <c:v>NVDA</c:v>
                  </c:pt>
                  <c:pt idx="2">
                    <c:v>Dolphin</c:v>
                  </c:pt>
                  <c:pt idx="3">
                    <c:v>ChromeVox</c:v>
                  </c:pt>
                  <c:pt idx="4">
                    <c:v>VoiceOver</c:v>
                  </c:pt>
                  <c:pt idx="5">
                    <c:v>TalkBack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79.53</c:v>
                </c:pt>
                <c:pt idx="1">
                  <c:v>89.83</c:v>
                </c:pt>
                <c:pt idx="2">
                  <c:v>74.63</c:v>
                </c:pt>
                <c:pt idx="3">
                  <c:v>87.06</c:v>
                </c:pt>
                <c:pt idx="4">
                  <c:v>84.74</c:v>
                </c:pt>
                <c:pt idx="5">
                  <c:v>84.83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8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Lowest &amp; highest auth-workflow scores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auth-method scores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45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Dolphin
Google Auth.</c:v>
                  </c:pt>
                  <c:pt idx="1">
                    <c:v>VoiceOver
Google OTP</c:v>
                  </c:pt>
                  <c:pt idx="2">
                    <c:v>GAuth
JAWS</c:v>
                  </c:pt>
                  <c:pt idx="3">
                    <c:v>TalkBack
FIDO</c:v>
                  </c:pt>
                  <c:pt idx="4">
                    <c:v>VoiceOver
FIDO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</c:v>
                </c:pt>
                <c:pt idx="1">
                  <c:v>20.58</c:v>
                </c:pt>
                <c:pt idx="2">
                  <c:v>4.45</c:v>
                </c:pt>
                <c:pt idx="3">
                  <c:v>86.18</c:v>
                </c:pt>
                <c:pt idx="4">
                  <c:v>85.82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45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B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8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1005840" cy="100584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75320" y="411480"/>
            <a:ext cx="2011680" cy="2011680"/>
          </a:xfrm>
          <a:prstGeom prst="ellipse">
            <a:avLst/>
          </a:prstGeom>
          <a:ln w="12700">
            <a:solidFill>
              <a:srgbClr val="CADCFC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"/>
            <a:ext cx="3017520" cy="3017520"/>
          </a:xfrm>
          <a:prstGeom prst="ellipse">
            <a:avLst/>
          </a:prstGeom>
          <a:ln w="12700">
            <a:solidFill>
              <a:srgbClr val="CADCFC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-594360"/>
            <a:ext cx="4023360" cy="4023360"/>
          </a:xfrm>
          <a:prstGeom prst="ellipse">
            <a:avLst/>
          </a:prstGeom>
          <a:ln w="12700">
            <a:solidFill>
              <a:srgbClr val="CADCFC">
                <a:alpha val="2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 ·  AUTHENTICATION  · 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Access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Challenges of Screen Reader Assisted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and Passwordless Authentication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89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Mojibur Rahman Redoy Akanda   ·   Ahmed Tanvir Mahdad   ·   Nitesh Saxena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A&amp;M University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Web Conference 2025 (WWW '25)  ·  Sydney, NSW, Australia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6053328"/>
            <a:ext cx="10058400" cy="0"/>
          </a:xfrm>
          <a:prstGeom prst="line">
            <a:avLst/>
          </a:prstGeom>
          <a:noFill/>
          <a:ln w="12700">
            <a:solidFill>
              <a:srgbClr val="3A42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172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 Shibli  </a:t>
            </a:r>
            <a:pPr indent="0" marL="0">
              <a:buNone/>
            </a:pPr>
            <a:r>
              <a:rPr lang="en-US" sz="12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28988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6446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Feroz  </a:t>
            </a:r>
            <a:pPr indent="0" marL="0">
              <a:buNone/>
            </a:pPr>
            <a:r>
              <a:rPr lang="en-US" sz="12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29219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23760" y="6446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Qazi Muhammed Waiz  </a:t>
            </a:r>
            <a:pPr indent="0" marL="0">
              <a:buNone/>
            </a:pPr>
            <a:r>
              <a:rPr lang="en-US" sz="12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28982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was built for sighted users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now secure accounts with 2FA, MFA, and passwordless schemes — but these were designed and tested without the blind and visually impaired community in mind.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with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blindness worldwide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6060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2628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moderate-to-severe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6060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7532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WebAIM screen-reader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 are disabled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study evaluated widely-deployed methods — Google, Duo, Microsoft, and FIDO — from the perspective of blind and visually impaired screen-reader users, across both security and accessibility.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AWARE: Authentication Workflows Accessibility Review and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semi-automated, qualitative and quantitative framework that surfaces accessibility and security issues in screen-reader-assisted authentication — before costly, time-consuming user studies with blind and visually impaired participants.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screen-reader audio for each authentication workflow; check whether critical instructions and OTPs are conveyed without conflict or loss.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4448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screen-reader audio to text (IBM Watson) and compute cosine similarity (TF-IDF) against the original text to score clarity.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testing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384048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real-world and literature-based attacks — phishing, concurrency, fatigue, shoulder surfing, cross-service, downgrading — against each workflow.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468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53728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53728" y="384048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fix flagged issues and re-run AWARE; only a refined design proceeds to small-scale user testing.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Screen Readers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JAWS, NVDA, Dolphin, ChromeVox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(iOS), TalkBack (Android)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Devices: Windows 10 PC · iPhone 7 Plus · Samsung Galaxy S21 Ultra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Auth Methods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OTP-2FA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243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phone call, and authenticator apps (Google, Microsoft, Authy, WinAuth, GAuth)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319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Push-2FA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Push, Duo Push, Microsoft select-confirm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4306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FIDO-MFA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5994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Titan Security Key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52943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Call-2FA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58698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call-to-authenticate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146304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Usage Settings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21040" y="2331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(PC) only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 of screen-reader users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1040" y="35021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3959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of screen-reader users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21040" y="46725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Smartphone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51297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of screen-reader users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0" y="5715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(WebAIM Screen Reader Survey #8)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readers routinely lose critical auth information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recurring communicability failure patterns emerged across screen readers and authentication methods: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08483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41448"/>
            <a:ext cx="2084832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86207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Between Instructions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instructions (e.g., a phone call arriving while the screen reader talks) collide — info gets missed, and headphones can disconnect to loudspeaker.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98064" y="214884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2798064" y="2148840"/>
            <a:ext cx="208483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2798064" y="2441448"/>
            <a:ext cx="2084832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21488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35224" y="286207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Pronunciation of OTP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35224" y="361188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 are read as full numbers (“one thousand two hundred thirty-four”) instead of digit-by-digit, and get harder to follow as codes grow longer.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47488" y="214884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47488" y="2148840"/>
            <a:ext cx="208483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5047488" y="2441448"/>
            <a:ext cx="2084832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21488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84648" y="286207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Communicate OTP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84648" y="361188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authenticator interfaces simply block the screen reader from vocalizing the OTP at all.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96912" y="214884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296912" y="2148840"/>
            <a:ext cx="208483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6912" y="2441448"/>
            <a:ext cx="2084832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21488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UCSP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34072" y="286207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Communicate Security Prompts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34072" y="361188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security prompts (e.g., FIDO confirmation dialogs) go unread or interrupt the auth instructions.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46336" y="214884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9546336" y="2148840"/>
            <a:ext cx="208483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9546336" y="2441448"/>
            <a:ext cx="2084832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9546336" y="21488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UCEOB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683496" y="286207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Communicate Elements Outside Browser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83496" y="361188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readers (ChromeVox) can't reach information rendered outside the browser window.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Comprehensibility collapses for authentication content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web text (news articles) scores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74.6%–89.8%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comprehensibility across all six screen readers. Authentication workflows fall far short —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33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screen-reader × method combinations scored below 50%.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5257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035040" y="214884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attacks simulated against screen-reader authentication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pronounce look-alike domains (bankofamerica vs. bankoffamerica) identically — a 100% similarity score.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196596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1488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71800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356616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attacker's login attempt overrides the victim's legitimate push notification on the same device.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96596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1488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57800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Fatigue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356616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push prompts exhaust the user until they accept out of frustration.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196596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1488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43800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Surfing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356616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read OTPs and credentials aloud — audible to anyone nearby, or via hidden recording.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92640" y="196596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21488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829800" y="28346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FIDO-Specific Attacks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29800" y="356616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overlay, cross-service, mis-registration, and downgrading attacks against FIDO-MFA.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and concurrent-login attacks succeed quietly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pronounce top-level domains as whole words, erasing subtle spoofed differences.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“bankofamerica.com”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“bankoffamerica.com”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 identically, 100% similarity score.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phishing warnings are also poorly conveyed by screen readers, and manual character-by-character link checking is slow and easily defeated with long/complex URLs.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46304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Login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55080" y="22402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starts a login at the same time as the victim, hoping the victim approves the attacker's push instead of their own.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Push: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attacker's notification overrides the legitimate one for VoiceOver and TalkBack.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Duo Push: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the victim's notification and shows no attacker device details.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select-confirm: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secure by design, but a known technique can block the request and present malicious options — with no screen-reader warning.
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found only 5% of users noticed a concurrent-login attack in progress.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and shoulder-surfing exploit the audio channel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Fatigue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Push (VoiceOver):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redirects to “change password” — victims can mistake the next attacker push for that flow.
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Push (TalkBack):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notification overrides the previous one, inviting confusion.
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select-confirm: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decline, later prompts collapse to simple approve/deny — easy to spam.
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Duo Push: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only if an admin has capped attempts.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46304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Surfing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55080" y="22402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speak credentials and OTPs aloud — headphones and screen curtains only protect a single device.
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PC and smartphone are used together (e.g. OTP arrives on the phone while logging in on the PC), one device is always left unprotected.
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PC + smartphone screen-reader combination tested was rated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vulnerable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shoulder surfing.
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instructions (e.g., an incoming OTP phone call overlapping screen-reader speech) compound the exposure.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FIDO passkeys are undermined by screen-reader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1848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overlay attack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618488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JAWS, Dolphin, and ChromeVox read attacker-injected false information; NVDA correctly bypasses it and reads the real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64992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64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attack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ChromeVox cannot read Windows security dialogs at all. Dolphin is fooled by fake overlays. JAWS reads the box but omits the service/browser name. NVDA performs best, reading the service name even through overlays.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06824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64024"/>
            <a:ext cx="320040" cy="3200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764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41655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Downgrading attack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4416552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 reader can detect a phishing link or a fake “alternate method” prompt used to push the user toward a weaker OTP fallback — all are marked vulnerable.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current combination: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FIDO-MFA authenticated with NVDA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paper's own recommendation for accessibility and security.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CROSS-SETTING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changes with where authentication happens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661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(PC) 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shoulder-surfing risk — headphones/screen curtain protect the single device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 is feasible across all PC readers despite a 60-second code window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WinAuth is largely inaccessible — OTP is hidden behind asterisks a screen reader can't vocalize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 (Titan key) only partially feasible — readers can't communicate security prompts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508760"/>
            <a:ext cx="35661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5087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only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methods resist phishing and shoulder surfing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26280" y="3246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are vulnerable to concurrent-login and fatigue attacks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26280" y="4206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phone-call is infeasible (conflicting instructions)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26280" y="5166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OTP by phone call disconnects headphones — opening a shoulder-surfing risk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046720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1508760"/>
            <a:ext cx="3566160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15087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Smartphone together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7532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combination tested rated “extremely vulnerable”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275320" y="3246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is always left without headphone/curtain protection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275320" y="4206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select-confirm suffers extra delay and instruction conflicts across devices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75320" y="5166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methods are highly vulnerable to shoulder surfing in this setting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designers and screen readers should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auth instructions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concise, written step-by-step instructions at every stage, tested for screen-reader compatibility.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timing conflicts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3101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steps that collide with screen-reader speech — e.g. don't trigger a phone call mid-instruction.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expiration windows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72744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enough time for a screen reader to finish speaking and the user to act, without hurting sighted-user usability.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phishing links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8928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blacklist/URL-pattern warnings directly into the screen reader, since users can't audibly distinguish spoofed domains.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notification floods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3101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users when multiple similar push notifications arrive in a short window (fatigue-attack signature).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343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service, clearly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72744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security prompts and cross-service confirmations always announce the real service and browser name.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and security are still not designed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2FA, MFA, and passwordless method examined — across JAWS, NVDA, Dolphin, ChromeVox, VoiceOver, and TalkBack — showed communicability gaps, low comprehensibility, or exploitable vulnerabilities for blind and visually impaired users.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252C6B"/>
          </a:solidFill>
          <a:ln w="12700">
            <a:solidFill>
              <a:srgbClr val="3A42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AWARE's role: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semi-automated precursor to user studies — letting designers catch accessibility and security flaws in authentication workflows before recruiting blind or visually impaired participants for full-scale testing.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call for cross-disciplinary collaboration — security researchers, disability services, and HCI experts — to build authentication that is both secure and accessible.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 ·  WWW '25, Sydney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2026-09-16T09:49:42Z</dcterms:created>
  <dcterms:modified xsi:type="dcterms:W3CDTF">2026-09-16T09:49:42Z</dcterms:modified>
</cp:coreProperties>
</file>